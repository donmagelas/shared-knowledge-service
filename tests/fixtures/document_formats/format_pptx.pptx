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f85a14eb30436b" /><Relationship Type="http://schemas.openxmlformats.org/officeDocument/2006/relationships/extended-properties" Target="/docProps/app.xml" Id="Rb411cbe7237f422f" /><Relationship Type="http://schemas.openxmlformats.org/officeDocument/2006/relationships/officeDocument" Target="/ppt/presentation.xml" Id="Rab671bc4544449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07e64946cf4e2c"/>
  </p:sldMasterIdLst>
  <p:notesMasterIdLst>
    <p:notesMasterId xmlns:r="http://schemas.openxmlformats.org/officeDocument/2006/relationships" r:id="R057c7c10e41c4cb3"/>
  </p:notesMasterIdLst>
  <p:sldIdLst>
    <p:sldId xmlns:r="http://schemas.openxmlformats.org/officeDocument/2006/relationships" id="256" r:id="Rc634b00553554529"/>
    <p:sldId xmlns:r="http://schemas.openxmlformats.org/officeDocument/2006/relationships" id="257" r:id="Rc9799a3abd724392"/>
    <p:sldId xmlns:r="http://schemas.openxmlformats.org/officeDocument/2006/relationships" id="258" r:id="R6a209218be2144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4c679ab10644e2" /><Relationship Type="http://schemas.openxmlformats.org/officeDocument/2006/relationships/slideMaster" Target="/ppt/slideMasters/slideMaster1.xml" Id="Re307e64946cf4e2c" /><Relationship Type="http://schemas.openxmlformats.org/officeDocument/2006/relationships/notesMaster" Target="/ppt/notesMasters/notesMaster1.xml" Id="R057c7c10e41c4cb3" /><Relationship Type="http://schemas.openxmlformats.org/officeDocument/2006/relationships/presProps" Target="/ppt/presProps.xml" Id="Ra99a22ee6c104c22" /><Relationship Type="http://schemas.openxmlformats.org/officeDocument/2006/relationships/tableStyles" Target="/ppt/tableStyles.xml" Id="R5bfef5dc6f324f7e" /><Relationship Type="http://schemas.openxmlformats.org/officeDocument/2006/relationships/slide" Target="/ppt/slides/slide1.xml" Id="Rc634b00553554529" /><Relationship Type="http://schemas.openxmlformats.org/officeDocument/2006/relationships/slide" Target="/ppt/slides/slide2.xml" Id="Rc9799a3abd724392" /><Relationship Type="http://schemas.openxmlformats.org/officeDocument/2006/relationships/slide" Target="/ppt/slides/slide3.xml" Id="R6a209218be2144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4d909a55f844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03d575d7f14e3b" /><Relationship Type="http://schemas.openxmlformats.org/officeDocument/2006/relationships/notesMaster" Target="/ppt/notesMasters/notesMaster1.xml" Id="R4e6418136d7f4f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ccbb763555483e" /><Relationship Type="http://schemas.openxmlformats.org/officeDocument/2006/relationships/notesMaster" Target="/ppt/notesMasters/notesMaster1.xml" Id="Ra3b78e7e41274f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3ffc261d6b4e28" /><Relationship Type="http://schemas.openxmlformats.org/officeDocument/2006/relationships/notesMaster" Target="/ppt/notesMasters/notesMaster1.xml" Id="R071b5e65e6e847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b99a985e0a43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6b52bfee2c4c91" /><Relationship Type="http://schemas.openxmlformats.org/officeDocument/2006/relationships/slideLayout" Target="/ppt/slideLayouts/slideLayout1.xml" Id="R45d6b9d87d4947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d6b9d87d4947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84489875d4a6e" /><Relationship Type="http://schemas.openxmlformats.org/officeDocument/2006/relationships/notesSlide" Target="/ppt/notesSlides/notesSlide1.xml" Id="R2d94a99015f149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9a9259d534477" /><Relationship Type="http://schemas.openxmlformats.org/officeDocument/2006/relationships/notesSlide" Target="/ppt/notesSlides/notesSlide2.xml" Id="R67b2d70adcf547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3a6c113c7491a" /><Relationship Type="http://schemas.openxmlformats.org/officeDocument/2006/relationships/notesSlide" Target="/ppt/notesSlides/notesSlide3.xml" Id="R44e1a9fb273a47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23C0BB24-BB85-46CE-A9B8-747B21BC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571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非 OCR 文档格式验证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642410B-4AB4-41E3-8D19-0E2B0C10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33550"/>
            <a:ext cx="95250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北辰发布演练</a:t>
            </a:r>
          </a:p>
          <a:p xmlns:a="http://schemas.openxmlformats.org/drawingml/2006/main">
            <a:pPr>
              <a:defRPr sz="5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PPTX 样本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1897063-E694-4D16-99FF-7E0A98AB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6858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格式验证标记：PPTX-GAMMA-8437</a:t>
            </a:r>
          </a:p>
          <a:p xmlns:a="http://schemas.openxmlformats.org/drawingml/2006/main">
            <a:pPr>
              <a:defRPr sz="195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上线批准人：陆遥</a:t>
            </a:r>
          </a:p>
        </p:txBody>
      </p:sp>
    </p:spTree>
    <p:extLst>
      <p:ext uri="{BB962C8B-B14F-4D97-AF65-F5344CB8AC3E}">
        <p14:creationId xmlns:p14="http://schemas.microsoft.com/office/powerpoint/2010/main" val="19168974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2C1FED1-EB60-49BD-9D3B-C09AED52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发布门禁与责任矩阵</a:t>
            </a:r>
          </a:p>
        </p:txBody>
      </p:sp>
      <p:sp>
        <p:nvSpPr>
          <p:cNvPr id="2" name="intro">
            <a:extLst xmlns:a="http://schemas.openxmlformats.org/drawingml/2006/main">
              <a:ext uri="{FF2B5EF4-FFF2-40B4-BE49-F238E27FC236}">
                <a16:creationId xmlns:a16="http://schemas.microsoft.com/office/drawing/2014/main" id="{996790D1-3572-468B-AF62-6270A303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4014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PPTX-GAMMA-8437 的上线批准人为陆遥；所有门禁通过后方可扩量。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390525" y="2190750"/>
          <a:ext xmlns:a="http://schemas.openxmlformats.org/drawingml/2006/main" cx="11401425" cy="314325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1250"/>
                <a:gridCol w="2381250"/>
                <a:gridCol w="3429000"/>
                <a:gridCol w="3209925"/>
              </a:tblGrid>
              <a:tr h="785813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</a:t>
                      </a:r>
                    </a:p>
                  </a:txBody>
                  <a:tcPr marL="91440" marR="91440" marT="45720" marB="4572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</a:p>
                  </a:txBody>
                  <a:tcPr marL="91440" marR="91440" marT="45720" marB="45720">
                    <a:solidFill>
                      <a:srgbClr val="17365D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灰度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陆遥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10% 用户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91440" marR="91440" marT="45720" marB="45720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白砚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50% 用户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待执行</a:t>
                      </a:r>
                    </a:p>
                  </a:txBody>
                  <a:tcPr marL="91440" marR="91440" marT="45720" marB="45720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林霁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 用户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待批准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2E862F5-007C-4801-937C-A5C79ACB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884955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1EA57B6F-E211-4942-8AC1-E58060AE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三阶段上线时间线</a:t>
            </a:r>
          </a:p>
        </p:txBody>
      </p:sp>
      <p:cxnSp>
        <p:nvCxnSpPr>
          <p:cNvPr id="14" name="timeline"/>
          <p:cNvCxnSpPr/>
          <p:nvPr/>
        </p:nvCxnSpPr>
        <p:spPr>
          <a:xfrm xmlns:a="http://schemas.openxmlformats.org/drawingml/2006/main">
            <a:off x="333375" y="3371850"/>
            <a:ext cx="11525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milestone-1">
            <a:extLst xmlns:a="http://schemas.openxmlformats.org/drawingml/2006/main">
              <a:ext uri="{FF2B5EF4-FFF2-40B4-BE49-F238E27FC236}">
                <a16:creationId xmlns:a16="http://schemas.microsoft.com/office/drawing/2014/main" id="{D8A2C41F-91A6-4DB9-8D58-22E7BC7D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314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date-1">
            <a:extLst xmlns:a="http://schemas.openxmlformats.org/drawingml/2006/main">
              <a:ext uri="{FF2B5EF4-FFF2-40B4-BE49-F238E27FC236}">
                <a16:creationId xmlns:a16="http://schemas.microsoft.com/office/drawing/2014/main" id="{E7EFE6C2-E602-4BF6-85F3-8B95B4D4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384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周二 18:00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0F7FA8AD-1F25-4B70-AEC2-9D884C50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准备</a:t>
            </a:r>
          </a:p>
          <a:p xmlns:a="http://schemas.openxmlformats.org/drawingml/2006/main">
            <a:pPr>
              <a:defRPr sz="165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冻结变更并核对回滚包。</a:t>
            </a:r>
          </a:p>
        </p:txBody>
      </p:sp>
      <p:sp>
        <p:nvSpPr>
          <p:cNvPr id="6" name="milestone-2">
            <a:extLst xmlns:a="http://schemas.openxmlformats.org/drawingml/2006/main">
              <a:ext uri="{FF2B5EF4-FFF2-40B4-BE49-F238E27FC236}">
                <a16:creationId xmlns:a16="http://schemas.microsoft.com/office/drawing/2014/main" id="{A3697C75-B4AE-4AF5-AA13-6BB59E3A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314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date-2">
            <a:extLst xmlns:a="http://schemas.openxmlformats.org/drawingml/2006/main">
              <a:ext uri="{FF2B5EF4-FFF2-40B4-BE49-F238E27FC236}">
                <a16:creationId xmlns:a16="http://schemas.microsoft.com/office/drawing/2014/main" id="{6953F089-674E-4077-A904-1E7C4FE3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384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周二 20:00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825F9C35-DADA-430F-92AC-ABC3E146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81000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灰度</a:t>
            </a:r>
          </a:p>
          <a:p xmlns:a="http://schemas.openxmlformats.org/drawingml/2006/main">
            <a:pPr>
              <a:defRPr sz="165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观察十五分钟核心指标。</a:t>
            </a:r>
          </a:p>
        </p:txBody>
      </p:sp>
      <p:sp>
        <p:nvSpPr>
          <p:cNvPr id="9" name="milestone-3">
            <a:extLst xmlns:a="http://schemas.openxmlformats.org/drawingml/2006/main">
              <a:ext uri="{FF2B5EF4-FFF2-40B4-BE49-F238E27FC236}">
                <a16:creationId xmlns:a16="http://schemas.microsoft.com/office/drawing/2014/main" id="{554C4B19-91DE-4BBA-98EB-C10704AD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314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date-3">
            <a:extLst xmlns:a="http://schemas.openxmlformats.org/drawingml/2006/main">
              <a:ext uri="{FF2B5EF4-FFF2-40B4-BE49-F238E27FC236}">
                <a16:creationId xmlns:a16="http://schemas.microsoft.com/office/drawing/2014/main" id="{184D9C2F-1370-4374-BE5C-DF970213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384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周二 21:00</a:t>
            </a:r>
          </a:p>
        </p:txBody>
      </p:sp>
      <p:sp>
        <p:nvSpPr>
          <p:cNvPr id="11" name="body-3">
            <a:extLst xmlns:a="http://schemas.openxmlformats.org/drawingml/2006/main">
              <a:ext uri="{FF2B5EF4-FFF2-40B4-BE49-F238E27FC236}">
                <a16:creationId xmlns:a16="http://schemas.microsoft.com/office/drawing/2014/main" id="{C89A1439-EE2F-43CE-9DAC-D38F3AC3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000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批准</a:t>
            </a:r>
          </a:p>
          <a:p xmlns:a="http://schemas.openxmlformats.org/drawingml/2006/main">
            <a:pPr>
              <a:defRPr sz="165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陆遥确认后进入全量。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4D6B7749-BBDA-4446-812F-1BF0EDAE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43117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2026-08-26T03:29:25.4670000Z</dcterms:created>
  <dcterms:modified xsi:type="dcterms:W3CDTF">2026-08-26T03:29:25.4670000Z</dcterms:modified>
</coreProperties>
</file>